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Touch</a:t>
            </a:r>
            <a:pPr indent="0" marL="0">
              <a:buNone/>
            </a:pPr>
            <a:r>
              <a:rPr lang="en-US" sz="5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Live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 Panel -- Training Guide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the crowd from your browser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2286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touch-irl.com/dj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the DJ Panel?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DJ Panel is a browser-based control room where you manage your audience's phone screens in real-time during live events.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029200" cy="82296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86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24963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animations, colors, and effects to every connected phone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5029200" cy="82296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461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36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Animations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371600" y="3456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pulse and fire to multi-phone alignment effects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4023360"/>
            <a:ext cx="5029200" cy="82296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062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096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 Control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371600" y="44165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Zones, calibration, positioning, and coordinated light shows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943600" y="1097280"/>
            <a:ext cx="2926080" cy="3474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12648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63640" y="178308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5"/>
          <p:cNvSpPr/>
          <p:nvPr/>
        </p:nvSpPr>
        <p:spPr>
          <a:xfrm>
            <a:off x="626364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720840" y="17556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at /dj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63640" y="228600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Text 18"/>
          <p:cNvSpPr/>
          <p:nvPr/>
        </p:nvSpPr>
        <p:spPr>
          <a:xfrm>
            <a:off x="626364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720840" y="22585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session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263640" y="278892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6" name="Text 21"/>
          <p:cNvSpPr/>
          <p:nvPr/>
        </p:nvSpPr>
        <p:spPr>
          <a:xfrm>
            <a:off x="626364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720840" y="27614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link or QR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263640" y="329184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9" name="Text 24"/>
          <p:cNvSpPr/>
          <p:nvPr/>
        </p:nvSpPr>
        <p:spPr>
          <a:xfrm>
            <a:off x="626364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6720840" y="32644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joins with phones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263640" y="379476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2" name="Text 27"/>
          <p:cNvSpPr/>
          <p:nvPr/>
        </p:nvSpPr>
        <p:spPr>
          <a:xfrm>
            <a:off x="626364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6720840" y="3767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control their screens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1: Login / Sign 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the DJ Panel at touch-irl.com/dj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329184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3840480" cy="54864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1488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Google Sign-In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One-click login with your Google account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Email + Password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Use the same credentials as your Touch? account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</a:rPr>
              <a:t>Forgot Password?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Enter email and click to receive a reset link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840480" cy="329184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371600"/>
            <a:ext cx="3840480" cy="54864"/>
          </a:xfrm>
          <a:prstGeom prst="rect">
            <a:avLst/>
          </a:prstGeom>
          <a:solidFill>
            <a:srgbClr val="2DD4A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002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29200" y="21488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Required fields: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0F0F5"/>
                </a:solidFill>
              </a:rPr>
              <a:t>DJ / Artist Name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7A7A96"/>
                </a:solidFill>
              </a:rPr>
              <a:t>Your stage name shown to audience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0F0F5"/>
                </a:solidFill>
              </a:rPr>
              <a:t>Email Address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7A7A96"/>
                </a:solidFill>
              </a:rPr>
              <a:t>Used for login and notifications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0F0F5"/>
                </a:solidFill>
              </a:rPr>
              <a:t>Password (min 6 chars)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0F0F5"/>
                </a:solidFill>
              </a:rPr>
              <a:t>Birthdate (18+ required)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FF3C6E"/>
                </a:solidFill>
              </a:rPr>
              <a:t>Age verification is mandatory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2: Create Your Session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114800" cy="228600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Setup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Session Name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Name your event (e.g. "Sunset Festival 2026")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Venue Frequency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Select Hz slot (18000-19800). Default: 19200 Hz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7A7A96"/>
                </a:solidFill>
              </a:rPr>
              <a:t>Each slot avoids interference with nearby DJs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Pricing Tiers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0" y="1463040"/>
            <a:ext cx="1645920" cy="109728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1463040"/>
            <a:ext cx="1645920" cy="45720"/>
          </a:xfrm>
          <a:prstGeom prst="rect">
            <a:avLst/>
          </a:prstGeom>
          <a:solidFill>
            <a:srgbClr val="2DD4A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645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10 people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49440" y="1463040"/>
            <a:ext cx="1645920" cy="109728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49440" y="1463040"/>
            <a:ext cx="164592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645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4944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11 - 500 people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0" y="2743200"/>
            <a:ext cx="1645920" cy="109728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2743200"/>
            <a:ext cx="164592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926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$1,000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0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501 - 5,000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2743200"/>
            <a:ext cx="1645920" cy="109728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2743200"/>
            <a:ext cx="1645920" cy="45720"/>
          </a:xfrm>
          <a:prstGeom prst="rect">
            <a:avLst/>
          </a:prstGeom>
          <a:solidFill>
            <a:srgbClr val="FF3C6E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2926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3C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$2,000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49440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limits the max connected devices per event. Server enforces the cap.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Main Interface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4114800" cy="502920"/>
          </a:xfrm>
          <a:prstGeom prst="rect">
            <a:avLst/>
          </a:prstGeom>
          <a:solidFill>
            <a:srgbClr val="11112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51560"/>
            <a:ext cx="73152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78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 Bar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307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Devices, BPM, Time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4114800" cy="502920"/>
          </a:xfrm>
          <a:prstGeom prst="rect">
            <a:avLst/>
          </a:prstGeom>
          <a:solidFill>
            <a:srgbClr val="111120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691640"/>
            <a:ext cx="73152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19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Preview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9476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animation preview with logo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4114800" cy="502920"/>
          </a:xfrm>
          <a:prstGeom prst="rect">
            <a:avLst/>
          </a:prstGeom>
          <a:solidFill>
            <a:srgbClr val="111120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331720"/>
            <a:ext cx="73152" cy="502920"/>
          </a:xfrm>
          <a:prstGeom prst="rect">
            <a:avLst/>
          </a:prstGeom>
          <a:solidFill>
            <a:srgbClr val="2DD4A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359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Aquarium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5877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count visualization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4114800" cy="502920"/>
          </a:xfrm>
          <a:prstGeom prst="rect">
            <a:avLst/>
          </a:prstGeom>
          <a:solidFill>
            <a:srgbClr val="111120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971800"/>
            <a:ext cx="73152" cy="502920"/>
          </a:xfrm>
          <a:prstGeom prst="rect">
            <a:avLst/>
          </a:prstGeom>
          <a:solidFill>
            <a:srgbClr val="FF3C6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999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Button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2278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/ Stop broadcasting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4114800" cy="502920"/>
          </a:xfrm>
          <a:prstGeom prst="rect">
            <a:avLst/>
          </a:prstGeom>
          <a:solidFill>
            <a:srgbClr val="111120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611880"/>
            <a:ext cx="73152" cy="502920"/>
          </a:xfrm>
          <a:prstGeom prst="rect">
            <a:avLst/>
          </a:prstGeom>
          <a:solidFill>
            <a:srgbClr val="7C6AE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639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6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Control Drawers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38679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expandable sections below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0" y="1051560"/>
            <a:ext cx="3749040" cy="338328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0352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Control Drawers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0" y="155448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0F0F5"/>
                </a:solidFill>
              </a:rPr>
              <a:t>1. Venue Map -- Bird's eye crowd view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0F0F5"/>
                </a:solidFill>
              </a:rPr>
              <a:t>2. Master Controls -- Kill, Flash, Music Sync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0F0F5"/>
                </a:solidFill>
              </a:rPr>
              <a:t>3. Color &amp; BPM -- Palette and tempo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6B35"/>
                </a:solidFill>
              </a:rPr>
              <a:t>4. Animations -- 32 visual effects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6B35"/>
                </a:solidFill>
              </a:rPr>
              <a:t>5. Show Mode -- 50+ choreographed shows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0F0F5"/>
                </a:solidFill>
              </a:rPr>
              <a:t>6. Zones -- Split audience into zones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0F0F5"/>
                </a:solidFill>
              </a:rPr>
              <a:t>7. Calibration -- Sound distance measurement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0F0F5"/>
                </a:solidFill>
              </a:rPr>
              <a:t>8. Positioning -- Depth, Mesh, GPS, Compass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0F0F5"/>
                </a:solidFill>
              </a:rPr>
              <a:t>9. Raffle -- Random winner picker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Broadcasting &amp; Stage Preview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182880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Button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16916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5"/>
                </a:solidFill>
              </a:rPr>
              <a:t>Press the big circle button to start broadcasting.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D4A0"/>
                </a:solidFill>
              </a:rPr>
              <a:t>When active: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- Ultrasonic signal emits from your speakers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- Share URL and QR code appear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- Audience phones connect automatically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3931920" cy="155448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375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Preview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22960" y="37490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5"/>
                </a:solidFill>
              </a:rPr>
              <a:t>Live preview of what audience sees.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Shows your DJ logo, artist name, session name, and the current animation in real-time.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Upload a custom logo for branding.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937760" y="1097280"/>
            <a:ext cx="3840480" cy="3474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21208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with Audience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212080" y="164592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When you activate broadcasting: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QR Code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A QR code appears that audience can scan. Display it on a big screen or project it.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Share URL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Copy the direct link and share via social media, SMS, or announce it verbally.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Ultrasonic Signal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Your phone continuously emits an ultrasonic tone. Nearby phones with Touch? open detect it and auto-join.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Animations &amp; Colors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31920" cy="237744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43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Animations (19)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155448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Pulse, Fire, Ocean, Strobe, Rainbow, Laser, Confetti, Electric, Solid, Connect, Mirror, Spectrum, Waveform, Plasma, Starfield, Bars, Rain, Ripple, Heartbeat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51560"/>
            <a:ext cx="3931920" cy="237744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430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Animations (13)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983480" y="1508760"/>
            <a:ext cx="347472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8"/>
          <p:cNvSpPr/>
          <p:nvPr/>
        </p:nvSpPr>
        <p:spPr>
          <a:xfrm>
            <a:off x="4983480" y="16459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Mosaic Wave, Giant Heart, Fire Wall, Text Scroll, Infinite Tunnel, Crosslines, Smoke, Glitch, Tunnel, Bubbles, Cascade, Lava, Vortex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98348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Plus subscription to unlock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8138160" cy="118872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947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&amp; BPM Controls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22960" y="42062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5"/>
                </a:solidFill>
              </a:rPr>
              <a:t>12 color presets + custom color picker. </a:t>
            </a:r>
            <a:pPr indent="0" marL="0">
              <a:buNone/>
            </a:pPr>
            <a:r>
              <a:rPr lang="en-US" sz="1000" dirty="0">
                <a:solidFill>
                  <a:srgbClr val="F0F0F5"/>
                </a:solidFill>
              </a:rPr>
              <a:t>BPM slider (60-200) with presets at 80, 100, 128, 140, 174. </a:t>
            </a:r>
            <a:pPr indent="0" marL="0">
              <a:buNone/>
            </a:pPr>
            <a:r>
              <a:rPr lang="en-US" sz="1000" dirty="0">
                <a:solidFill>
                  <a:srgbClr val="F0F0F5"/>
                </a:solidFill>
              </a:rPr>
              <a:t>Animation speed control from 0.5x to 3x. </a:t>
            </a:r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Auto Cycle mode rotates through animations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Shows &amp; Quick Actions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182880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16459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FLASH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B0B0C8"/>
                </a:solidFill>
              </a:rPr>
              <a:t>Instant white flash on all phones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PULSE / BLACKOUT / SOLID / STROBE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B0B0C8"/>
                </a:solidFill>
              </a:rPr>
              <a:t>One-tap effect changes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7C6AEF"/>
                </a:solidFill>
              </a:rPr>
              <a:t>CONFETTI / RAINBOW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B0B0C8"/>
                </a:solidFill>
              </a:rPr>
              <a:t>Celebratory crowd moments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344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Mode (50+ Shows)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83480" y="16459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5"/>
                </a:solidFill>
              </a:rPr>
              <a:t>Pre-choreographed light shows that sync across all phones.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Standard: Wave, Heart, Stadium, Countdown...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Advanced: Scanner, Pixel Rain, DNA Helix, MEGA SHOW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Split Mode: Battle, Cross Wave, Chase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</a:rPr>
              <a:t>Drone Library: 12 aerial formation patterns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3200400"/>
            <a:ext cx="3931920" cy="155448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Switch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77240" y="37490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button that immediately blacks out all connected devices. Press again to restore. Use if anything goes wrong.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54880" y="3200400"/>
            <a:ext cx="3931920" cy="155448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502920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Text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029200" y="37490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message and it scrolls across all audience phones in real-time. Great for announcements, shoutouts, or song titles.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Zones &amp; Positioning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237744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6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Control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164592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5"/>
                </a:solidFill>
              </a:rPr>
              <a:t>Split the crowd into separate color zones.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Zone Count: 1, 2, 4, 6, or 8 zones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7C6AEF"/>
                </a:solidFill>
              </a:rPr>
              <a:t>Alternate Mode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Devices cycle through zones: 1-2-1-2-1-2...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7C6AEF"/>
                </a:solidFill>
              </a:rPr>
              <a:t>Half Split Mode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Left half = zone 1, right half = zone 2, etc.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237744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344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Mapping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71907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4924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Scan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6720840" y="1691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Ultrasonic pulse measures distance from stage</a:t>
            </a:r>
            <a:endParaRPr lang="en-US" sz="9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176272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49240" y="2148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Scan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672084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Phones discover neighbors via short chirps</a:t>
            </a:r>
            <a:endParaRPr lang="en-US" sz="9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633472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4924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6720840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GPS coordinates (outdoor events)</a:t>
            </a:r>
            <a:endParaRPr lang="en-US" sz="9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090672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49240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Compass Cal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672084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stage direction for left-right positioning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548640" y="3749040"/>
            <a:ext cx="8138160" cy="109728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886200"/>
            <a:ext cx="320040" cy="32004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18872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Calibration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777240" y="42519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"Calibrate Now" to emit a short ultrasonic burst from your speakers. Each phone in the audience detects the pulse via microphone, measures the time delay, and calculates its distance from the stage (speed of sound = 343 m/s). Results appear as front-to-back positions on your position map.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DJ Profile &amp; Badges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114800" cy="292608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DJ Profile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Show Counter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Tracks how many events you've done. Increments automatically when you stop broadcasting.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D4A0"/>
                </a:solidFill>
              </a:rPr>
              <a:t>Verified Badge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Paid identity verification. Confirms you as a professional DJ. Shows a green "Verified" badge next to your name.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Plus Badge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Subscription that unlocks 13 premium animations including multi-phone alignment effects.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097280"/>
            <a:ext cx="3749040" cy="292608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2344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Multi-Phone Alignment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57800" y="1691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Plus-only animations where people align their phones side-by-side to form one continuous image across multiple screens: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257800" y="22860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5"/>
                </a:solidFill>
              </a:rPr>
              <a:t>Mosaic Wave -- flowing color wave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5"/>
                </a:solidFill>
              </a:rPr>
              <a:t>Giant Heart -- heart across all screens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5"/>
                </a:solidFill>
              </a:rPr>
              <a:t>Fire Wall -- wall of fire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5"/>
                </a:solidFill>
              </a:rPr>
              <a:t>Text Scroll -- scrolling text banner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5"/>
                </a:solidFill>
              </a:rPr>
              <a:t>Infinite Tunnel -- tunnel perspective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Venue Map &amp; Raffle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029200" cy="256032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Map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169164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5"/>
                </a:solidFill>
              </a:rPr>
              <a:t>Bird's-eye view of your audience with real-time device positions.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Scene Presets: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House Party (~20), Club (~200), Festival (~2k), Arena (~15k), Stadium (~50k)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Features: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Zoomable canvas, venue shape selection, device count overlay, simulation mode for testing.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1097280"/>
            <a:ext cx="2834640" cy="256032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Raffle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172200" y="16916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5"/>
                </a:solidFill>
              </a:rPr>
              <a:t>Pick a random winner from connected audience devices.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One button to start.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0C8"/>
                </a:solidFill>
              </a:rPr>
              <a:t>Great for giveaways, prizes, or picking someone to come on stage.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3931920"/>
            <a:ext cx="8138160" cy="914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2296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Integration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22960" y="4297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DJ Panel is also embedded inside the Operator event console. Changes in one are reflected in the other -- same code, same features. Operators access it as a module within their event dashboard.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Touch</a:t>
            </a:r>
            <a:pPr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Live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0F5"/>
                </a:solidFill>
              </a:rPr>
              <a:t>Test with 2-3 phones before the event to check your frequency slot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0F5"/>
                </a:solidFill>
              </a:rPr>
              <a:t>Use Auto Cycle during warmup, switch to manual for key moments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0F5"/>
                </a:solidFill>
              </a:rPr>
              <a:t>Flash + Blackout combo creates dramatic drops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0F5"/>
                </a:solidFill>
              </a:rPr>
              <a:t>Run Calibration early so position features work during the show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0F5"/>
                </a:solidFill>
              </a:rPr>
              <a:t>Keep your phone plugged in -- continuous ultrasonic output drains battery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0F5"/>
                </a:solidFill>
              </a:rPr>
              <a:t>Display the QR code on a projector for easy audience join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0F5"/>
                </a:solidFill>
              </a:rPr>
              <a:t>Zone mode with 4 zones creates the best visual waves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2560320" cy="3291840"/>
          </a:xfrm>
          <a:prstGeom prst="rect">
            <a:avLst/>
          </a:prstGeom>
          <a:solidFill>
            <a:srgbClr val="111120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325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737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17373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touch-irl.com/dj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0" y="2148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total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0" y="2560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choreographed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2971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0" y="2971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3383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0" y="3383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devices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3794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tier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0" y="3794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709160"/>
            <a:ext cx="2286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the crowd.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Touch? Live DJ Panel -- Training Guide</dc:title>
  <dc:subject>PptxGenJS Presentation</dc:subject>
  <dc:creator>Touch? Team</dc:creator>
  <cp:lastModifiedBy>Touch? Team</cp:lastModifiedBy>
  <cp:revision>1</cp:revision>
  <dcterms:created xsi:type="dcterms:W3CDTF">2026-03-13T21:34:39Z</dcterms:created>
  <dcterms:modified xsi:type="dcterms:W3CDTF">2026-03-13T21:34:39Z</dcterms:modified>
</cp:coreProperties>
</file>