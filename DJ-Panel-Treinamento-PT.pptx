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4064"/>
            <a:ext cx="9144000" cy="5943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731520"/>
            <a:ext cx="2743200" cy="2743200"/>
          </a:xfrm>
          <a:prstGeom prst="ellipse">
            <a:avLst/>
          </a:prstGeom>
          <a:solidFill>
            <a:srgbClr val="E94560">
              <a:alpha val="9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132320" y="1005840"/>
            <a:ext cx="2194560" cy="2194560"/>
          </a:xfrm>
          <a:prstGeom prst="ellipse">
            <a:avLst/>
          </a:prstGeom>
          <a:solidFill>
            <a:srgbClr val="0F0F1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508760"/>
            <a:ext cx="1188720" cy="1188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91440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TOUCH?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731520" y="182880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400" kern="0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DJ PANEL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731520" y="27432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Completo de Treinamento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1520" y="32918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C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total dos seus eventos em tempo real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que e o DJ Panel?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DJ Panel e seu centro de comando para eventos ao vivo no Touch?. 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ele voce controla tudo que acontece nas telas dos participantes em tempo real -- animacoes, cores, efeitos e muito mais.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3200400"/>
            <a:ext cx="4114800" cy="5029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2918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32004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Real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017520" y="3200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Efeitos instantaneos em todos os celulares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" y="3794760"/>
            <a:ext cx="4114800" cy="5029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88620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7947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Animacoes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017520" y="3794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pulse a fireworks, cada momento tem seu efeito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31520" y="4389120"/>
            <a:ext cx="4114800" cy="5029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48056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3891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 5.000+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017520" y="4389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Conecte milhares de dispositivos simultaneamente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303520" y="1097280"/>
            <a:ext cx="3474720" cy="36576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303520" y="1097280"/>
            <a:ext cx="347472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9" name="Text 14"/>
          <p:cNvSpPr/>
          <p:nvPr/>
        </p:nvSpPr>
        <p:spPr>
          <a:xfrm>
            <a:off x="566928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</a:t>
            </a:r>
            <a:endParaRPr lang="en-US" sz="28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011680"/>
            <a:ext cx="731520" cy="7315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66928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 + Publico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5669280" y="3383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Conexao por som ultrassonico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Login e Cadastro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2560320" cy="25603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2560320" cy="457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Shape 4"/>
          <p:cNvSpPr/>
          <p:nvPr/>
        </p:nvSpPr>
        <p:spPr>
          <a:xfrm>
            <a:off x="1600200" y="1554480"/>
            <a:ext cx="822960" cy="822960"/>
          </a:xfrm>
          <a:prstGeom prst="ellipse">
            <a:avLst/>
          </a:prstGeom>
          <a:solidFill>
            <a:srgbClr val="E94560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3070" y="1657350"/>
            <a:ext cx="617220" cy="6172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606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Acesse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3017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touch-irl.com/dj no navegador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566160" y="1188720"/>
            <a:ext cx="2560320" cy="25603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66160" y="1188720"/>
            <a:ext cx="2560320" cy="45720"/>
          </a:xfrm>
          <a:prstGeom prst="rect">
            <a:avLst/>
          </a:prstGeom>
          <a:solidFill>
            <a:srgbClr val="7B2FF7"/>
          </a:solidFill>
          <a:ln/>
        </p:spPr>
      </p:sp>
      <p:sp>
        <p:nvSpPr>
          <p:cNvPr id="12" name="Shape 9"/>
          <p:cNvSpPr/>
          <p:nvPr/>
        </p:nvSpPr>
        <p:spPr>
          <a:xfrm>
            <a:off x="4434840" y="1554480"/>
            <a:ext cx="822960" cy="822960"/>
          </a:xfrm>
          <a:prstGeom prst="ellipse">
            <a:avLst/>
          </a:prstGeom>
          <a:solidFill>
            <a:srgbClr val="7B2FF7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7710" y="1657350"/>
            <a:ext cx="617220" cy="6172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66160" y="2606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Login ou Cadastro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749040" y="3017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Email/senha ou conta Google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00800" y="1188720"/>
            <a:ext cx="2560320" cy="25603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0" y="1188720"/>
            <a:ext cx="2560320" cy="45720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18" name="Shape 14"/>
          <p:cNvSpPr/>
          <p:nvPr/>
        </p:nvSpPr>
        <p:spPr>
          <a:xfrm>
            <a:off x="7269480" y="1554480"/>
            <a:ext cx="822960" cy="822960"/>
          </a:xfrm>
          <a:prstGeom prst="ellipse">
            <a:avLst/>
          </a:prstGeom>
          <a:solidFill>
            <a:srgbClr val="16C79A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2350" y="1657350"/>
            <a:ext cx="617220" cy="6172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00800" y="2606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Pronto!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583680" y="3017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criado automaticamente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731520" y="4114800"/>
            <a:ext cx="7680960" cy="6400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20624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63040" y="411480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seu nickname do perfil aparece automaticamente como nome de DJ no palco!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Criando uma Sessao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Apos o login, voce ve a tela de criacao: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Nome da sessao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Escolha um nome unico pro seu evento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Selecione o plano (tier)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Define quantos dispositivos podem conectar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Clique em "Create Session"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Sua sessao entra no ar!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03520" y="1097280"/>
            <a:ext cx="3291840" cy="7772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0" y="1097280"/>
            <a:ext cx="54864" cy="777240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7" name="Text 5"/>
          <p:cNvSpPr/>
          <p:nvPr/>
        </p:nvSpPr>
        <p:spPr>
          <a:xfrm>
            <a:off x="5577840" y="1097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577840" y="1481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C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dispositivos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0" y="109728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6C7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303520" y="2011680"/>
            <a:ext cx="3291840" cy="7772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0" y="2011680"/>
            <a:ext cx="54864" cy="777240"/>
          </a:xfrm>
          <a:prstGeom prst="rect">
            <a:avLst/>
          </a:prstGeom>
          <a:solidFill>
            <a:srgbClr val="7B2FF7"/>
          </a:solidFill>
          <a:ln/>
        </p:spPr>
      </p:sp>
      <p:sp>
        <p:nvSpPr>
          <p:cNvPr id="12" name="Text 10"/>
          <p:cNvSpPr/>
          <p:nvPr/>
        </p:nvSpPr>
        <p:spPr>
          <a:xfrm>
            <a:off x="5577840" y="2011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577840" y="23957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C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dispositivos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0" y="201168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B2F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$100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303520" y="2926080"/>
            <a:ext cx="3291840" cy="7772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03520" y="2926080"/>
            <a:ext cx="54864" cy="7772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7" name="Text 15"/>
          <p:cNvSpPr/>
          <p:nvPr/>
        </p:nvSpPr>
        <p:spPr>
          <a:xfrm>
            <a:off x="5577840" y="2926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577840" y="33101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C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5.000 dispositivos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0" y="292608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$1.000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303520" y="3840480"/>
            <a:ext cx="3291840" cy="7772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303520" y="3840480"/>
            <a:ext cx="54864" cy="777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5577840" y="3840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577840" y="42245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C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limite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0" y="384048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$2.000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Interface Principal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2468880" cy="15544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3716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ao Vivo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868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a animacao atual antes de enviar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474720" y="1188720"/>
            <a:ext cx="2468880" cy="15544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37160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11880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Animacoes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61188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efeitos para escolher com um clique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217920" y="1188720"/>
            <a:ext cx="2468880" cy="15544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37160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55080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35508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Velocidade, intensidade, cor e brilho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731520" y="3017520"/>
            <a:ext cx="2468880" cy="15544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20040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68680" y="3703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 de Publico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868680" y="4023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Quantos dispositivos estao conectados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474720" y="3017520"/>
            <a:ext cx="2468880" cy="15544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320040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611880" y="3703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Posicoes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3611880" y="4023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Veja onde cada celular esta no espaco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217920" y="3017520"/>
            <a:ext cx="2468880" cy="15544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3200400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355080" y="3703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de Status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6355080" y="4023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do DJ, sessao ativa e animacao atual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Animacoes Basicas (Free)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2560320" cy="5486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51560"/>
            <a:ext cx="45720" cy="548640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515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54480" y="10515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Batida ritmica que pulsa com a musica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673352"/>
            <a:ext cx="2560320" cy="5486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673352"/>
            <a:ext cx="45720" cy="548640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67335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54480" y="167335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Onda de cor que percorre a plateia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295144"/>
            <a:ext cx="2560320" cy="5486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295144"/>
            <a:ext cx="45720" cy="548640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29514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Rainbow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54480" y="229514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Transicao suave entre todas as cores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916936"/>
            <a:ext cx="2560320" cy="5486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2916936"/>
            <a:ext cx="45720" cy="548640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91693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Strobe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54480" y="291693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rapido para momentos de impacto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538728"/>
            <a:ext cx="2560320" cy="5486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538728"/>
            <a:ext cx="45720" cy="548640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5387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554480" y="35387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suave de respiracao luminosa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160520"/>
            <a:ext cx="2560320" cy="5486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4160520"/>
            <a:ext cx="45720" cy="548640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1605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554480" y="41605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Brilhos aleatorioss estilo estrelas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83280" y="1051560"/>
            <a:ext cx="2560320" cy="5486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9" name="Shape 27"/>
          <p:cNvSpPr/>
          <p:nvPr/>
        </p:nvSpPr>
        <p:spPr>
          <a:xfrm>
            <a:off x="3383280" y="1051560"/>
            <a:ext cx="45720" cy="548640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30" name="Text 28"/>
          <p:cNvSpPr/>
          <p:nvPr/>
        </p:nvSpPr>
        <p:spPr>
          <a:xfrm>
            <a:off x="3520440" y="10515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389120" y="10515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Transicao lenta e elegante entre cores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83280" y="1673352"/>
            <a:ext cx="2560320" cy="5486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3" name="Shape 31"/>
          <p:cNvSpPr/>
          <p:nvPr/>
        </p:nvSpPr>
        <p:spPr>
          <a:xfrm>
            <a:off x="3383280" y="1673352"/>
            <a:ext cx="45720" cy="548640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34" name="Text 32"/>
          <p:cNvSpPr/>
          <p:nvPr/>
        </p:nvSpPr>
        <p:spPr>
          <a:xfrm>
            <a:off x="3520440" y="167335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389120" y="167335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Lampejo unico e forte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383280" y="2295144"/>
            <a:ext cx="2560320" cy="5486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7" name="Shape 35"/>
          <p:cNvSpPr/>
          <p:nvPr/>
        </p:nvSpPr>
        <p:spPr>
          <a:xfrm>
            <a:off x="3383280" y="2295144"/>
            <a:ext cx="45720" cy="548640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38" name="Text 36"/>
          <p:cNvSpPr/>
          <p:nvPr/>
        </p:nvSpPr>
        <p:spPr>
          <a:xfrm>
            <a:off x="3520440" y="229514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Shift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389120" y="229514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Mudanca gradual de paleta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383280" y="2916936"/>
            <a:ext cx="2560320" cy="5486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1" name="Shape 39"/>
          <p:cNvSpPr/>
          <p:nvPr/>
        </p:nvSpPr>
        <p:spPr>
          <a:xfrm>
            <a:off x="3383280" y="2916936"/>
            <a:ext cx="45720" cy="548640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42" name="Text 40"/>
          <p:cNvSpPr/>
          <p:nvPr/>
        </p:nvSpPr>
        <p:spPr>
          <a:xfrm>
            <a:off x="3520440" y="291693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Glow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389120" y="291693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Brilho quente e constante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383280" y="3538728"/>
            <a:ext cx="2560320" cy="5486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5" name="Shape 43"/>
          <p:cNvSpPr/>
          <p:nvPr/>
        </p:nvSpPr>
        <p:spPr>
          <a:xfrm>
            <a:off x="3383280" y="3538728"/>
            <a:ext cx="45720" cy="548640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46" name="Text 44"/>
          <p:cNvSpPr/>
          <p:nvPr/>
        </p:nvSpPr>
        <p:spPr>
          <a:xfrm>
            <a:off x="3520440" y="35387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Ripple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389120" y="35387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Ondas concentricas a partir do centro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383280" y="4160520"/>
            <a:ext cx="2560320" cy="5486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9" name="Shape 47"/>
          <p:cNvSpPr/>
          <p:nvPr/>
        </p:nvSpPr>
        <p:spPr>
          <a:xfrm>
            <a:off x="3383280" y="4160520"/>
            <a:ext cx="45720" cy="548640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50" name="Text 48"/>
          <p:cNvSpPr/>
          <p:nvPr/>
        </p:nvSpPr>
        <p:spPr>
          <a:xfrm>
            <a:off x="3520440" y="41605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389120" y="41605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Varredura lateral de cor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217920" y="1051560"/>
            <a:ext cx="2560320" cy="5486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3" name="Shape 51"/>
          <p:cNvSpPr/>
          <p:nvPr/>
        </p:nvSpPr>
        <p:spPr>
          <a:xfrm>
            <a:off x="6217920" y="1051560"/>
            <a:ext cx="45720" cy="548640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54" name="Text 52"/>
          <p:cNvSpPr/>
          <p:nvPr/>
        </p:nvSpPr>
        <p:spPr>
          <a:xfrm>
            <a:off x="6355080" y="10515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Bounce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7223760" y="10515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elastico de sobe e desce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217920" y="1673352"/>
            <a:ext cx="2560320" cy="5486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7" name="Shape 55"/>
          <p:cNvSpPr/>
          <p:nvPr/>
        </p:nvSpPr>
        <p:spPr>
          <a:xfrm>
            <a:off x="6217920" y="1673352"/>
            <a:ext cx="45720" cy="548640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58" name="Text 56"/>
          <p:cNvSpPr/>
          <p:nvPr/>
        </p:nvSpPr>
        <p:spPr>
          <a:xfrm>
            <a:off x="6355080" y="167335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Twinkle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7223760" y="167335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Pontinhos piscando suavemente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217920" y="2295144"/>
            <a:ext cx="2560320" cy="5486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1" name="Shape 59"/>
          <p:cNvSpPr/>
          <p:nvPr/>
        </p:nvSpPr>
        <p:spPr>
          <a:xfrm>
            <a:off x="6217920" y="2295144"/>
            <a:ext cx="45720" cy="548640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62" name="Text 60"/>
          <p:cNvSpPr/>
          <p:nvPr/>
        </p:nvSpPr>
        <p:spPr>
          <a:xfrm>
            <a:off x="6355080" y="229514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7223760" y="229514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em cascata tipo cachoeira de luz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217920" y="2916936"/>
            <a:ext cx="2560320" cy="5486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5" name="Shape 63"/>
          <p:cNvSpPr/>
          <p:nvPr/>
        </p:nvSpPr>
        <p:spPr>
          <a:xfrm>
            <a:off x="6217920" y="2916936"/>
            <a:ext cx="45720" cy="548640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66" name="Text 64"/>
          <p:cNvSpPr/>
          <p:nvPr/>
        </p:nvSpPr>
        <p:spPr>
          <a:xfrm>
            <a:off x="6355080" y="291693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7223760" y="291693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Rotacao orbital ao redor do centro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217920" y="3538728"/>
            <a:ext cx="2560320" cy="5486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9" name="Shape 67"/>
          <p:cNvSpPr/>
          <p:nvPr/>
        </p:nvSpPr>
        <p:spPr>
          <a:xfrm>
            <a:off x="6217920" y="3538728"/>
            <a:ext cx="45720" cy="548640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70" name="Text 68"/>
          <p:cNvSpPr/>
          <p:nvPr/>
        </p:nvSpPr>
        <p:spPr>
          <a:xfrm>
            <a:off x="6355080" y="35387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7223760" y="35387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Transformacao fluida entre formas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Animacoes Plus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0" y="320040"/>
            <a:ext cx="2011680" cy="4572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0" y="320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PLUS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2560320" cy="5486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051560"/>
            <a:ext cx="45720" cy="548640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179576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0515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965960" y="10515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Chamas ascendentes com particulas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31520" y="1691640"/>
            <a:ext cx="2560320" cy="5486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2" name="Shape 9"/>
          <p:cNvSpPr/>
          <p:nvPr/>
        </p:nvSpPr>
        <p:spPr>
          <a:xfrm>
            <a:off x="731520" y="1691640"/>
            <a:ext cx="45720" cy="548640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819656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88720" y="1691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965960" y="16916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Chuva de codigo estilo Matrix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731520" y="2331720"/>
            <a:ext cx="2560320" cy="5486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7" name="Shape 13"/>
          <p:cNvSpPr/>
          <p:nvPr/>
        </p:nvSpPr>
        <p:spPr>
          <a:xfrm>
            <a:off x="731520" y="2331720"/>
            <a:ext cx="45720" cy="548640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459736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88720" y="23317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Fireworks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965960" y="23317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Explosoes de fogos de artificio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731520" y="2971800"/>
            <a:ext cx="2560320" cy="5486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2" name="Shape 17"/>
          <p:cNvSpPr/>
          <p:nvPr/>
        </p:nvSpPr>
        <p:spPr>
          <a:xfrm>
            <a:off x="731520" y="2971800"/>
            <a:ext cx="45720" cy="548640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099816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88720" y="29718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965960" y="2971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boreal com degrades suaves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731520" y="3611880"/>
            <a:ext cx="2560320" cy="5486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7" name="Shape 21"/>
          <p:cNvSpPr/>
          <p:nvPr/>
        </p:nvSpPr>
        <p:spPr>
          <a:xfrm>
            <a:off x="731520" y="3611880"/>
            <a:ext cx="45720" cy="548640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3739896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188720" y="36118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1965960" y="36118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Raios eletricos que cortam a tela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3566160" y="1051560"/>
            <a:ext cx="2560320" cy="5486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2" name="Shape 25"/>
          <p:cNvSpPr/>
          <p:nvPr/>
        </p:nvSpPr>
        <p:spPr>
          <a:xfrm>
            <a:off x="3566160" y="1051560"/>
            <a:ext cx="45720" cy="548640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5888" y="1179576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4023360" y="10515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Plasma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4800600" y="10515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Bolhas de plasma flutuantes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3566160" y="1691640"/>
            <a:ext cx="2560320" cy="5486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7" name="Shape 29"/>
          <p:cNvSpPr/>
          <p:nvPr/>
        </p:nvSpPr>
        <p:spPr>
          <a:xfrm>
            <a:off x="3566160" y="1691640"/>
            <a:ext cx="45720" cy="548640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75888" y="1819656"/>
            <a:ext cx="274320" cy="27432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4023360" y="1691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Galaxy</a:t>
            </a:r>
            <a:endParaRPr lang="en-US" sz="1200" dirty="0"/>
          </a:p>
        </p:txBody>
      </p:sp>
      <p:sp>
        <p:nvSpPr>
          <p:cNvPr id="40" name="Text 31"/>
          <p:cNvSpPr/>
          <p:nvPr/>
        </p:nvSpPr>
        <p:spPr>
          <a:xfrm>
            <a:off x="4800600" y="16916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Estrelas e nebulosas girando</a:t>
            </a:r>
            <a:endParaRPr lang="en-US" sz="1000" dirty="0"/>
          </a:p>
        </p:txBody>
      </p:sp>
      <p:sp>
        <p:nvSpPr>
          <p:cNvPr id="41" name="Shape 32"/>
          <p:cNvSpPr/>
          <p:nvPr/>
        </p:nvSpPr>
        <p:spPr>
          <a:xfrm>
            <a:off x="3566160" y="2331720"/>
            <a:ext cx="2560320" cy="5486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2" name="Shape 33"/>
          <p:cNvSpPr/>
          <p:nvPr/>
        </p:nvSpPr>
        <p:spPr>
          <a:xfrm>
            <a:off x="3566160" y="2331720"/>
            <a:ext cx="45720" cy="548640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75888" y="2459736"/>
            <a:ext cx="274320" cy="274320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4023360" y="23317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Confetti</a:t>
            </a:r>
            <a:endParaRPr lang="en-US" sz="1200" dirty="0"/>
          </a:p>
        </p:txBody>
      </p:sp>
      <p:sp>
        <p:nvSpPr>
          <p:cNvPr id="45" name="Text 35"/>
          <p:cNvSpPr/>
          <p:nvPr/>
        </p:nvSpPr>
        <p:spPr>
          <a:xfrm>
            <a:off x="4800600" y="23317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Chuva de confete colorido</a:t>
            </a:r>
            <a:endParaRPr lang="en-US" sz="1000" dirty="0"/>
          </a:p>
        </p:txBody>
      </p:sp>
      <p:sp>
        <p:nvSpPr>
          <p:cNvPr id="46" name="Shape 36"/>
          <p:cNvSpPr/>
          <p:nvPr/>
        </p:nvSpPr>
        <p:spPr>
          <a:xfrm>
            <a:off x="3566160" y="2971800"/>
            <a:ext cx="2560320" cy="5486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7" name="Shape 37"/>
          <p:cNvSpPr/>
          <p:nvPr/>
        </p:nvSpPr>
        <p:spPr>
          <a:xfrm>
            <a:off x="3566160" y="2971800"/>
            <a:ext cx="45720" cy="548640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75888" y="3099816"/>
            <a:ext cx="274320" cy="274320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4023360" y="29718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</a:t>
            </a:r>
            <a:endParaRPr lang="en-US" sz="1200" dirty="0"/>
          </a:p>
        </p:txBody>
      </p:sp>
      <p:sp>
        <p:nvSpPr>
          <p:cNvPr id="50" name="Text 39"/>
          <p:cNvSpPr/>
          <p:nvPr/>
        </p:nvSpPr>
        <p:spPr>
          <a:xfrm>
            <a:off x="4800600" y="2971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Feixes laser em movimento</a:t>
            </a:r>
            <a:endParaRPr lang="en-US" sz="1000" dirty="0"/>
          </a:p>
        </p:txBody>
      </p:sp>
      <p:sp>
        <p:nvSpPr>
          <p:cNvPr id="51" name="Shape 40"/>
          <p:cNvSpPr/>
          <p:nvPr/>
        </p:nvSpPr>
        <p:spPr>
          <a:xfrm>
            <a:off x="3566160" y="3611880"/>
            <a:ext cx="2560320" cy="5486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2" name="Shape 41"/>
          <p:cNvSpPr/>
          <p:nvPr/>
        </p:nvSpPr>
        <p:spPr>
          <a:xfrm>
            <a:off x="3566160" y="3611880"/>
            <a:ext cx="45720" cy="548640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5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75888" y="3739896"/>
            <a:ext cx="274320" cy="274320"/>
          </a:xfrm>
          <a:prstGeom prst="rect">
            <a:avLst/>
          </a:prstGeom>
        </p:spPr>
      </p:pic>
      <p:sp>
        <p:nvSpPr>
          <p:cNvPr id="54" name="Text 42"/>
          <p:cNvSpPr/>
          <p:nvPr/>
        </p:nvSpPr>
        <p:spPr>
          <a:xfrm>
            <a:off x="4023360" y="36118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</a:t>
            </a:r>
            <a:endParaRPr lang="en-US" sz="1200" dirty="0"/>
          </a:p>
        </p:txBody>
      </p:sp>
      <p:sp>
        <p:nvSpPr>
          <p:cNvPr id="55" name="Text 43"/>
          <p:cNvSpPr/>
          <p:nvPr/>
        </p:nvSpPr>
        <p:spPr>
          <a:xfrm>
            <a:off x="4800600" y="36118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neon pulsantes</a:t>
            </a:r>
            <a:endParaRPr lang="en-US" sz="1000" dirty="0"/>
          </a:p>
        </p:txBody>
      </p:sp>
      <p:sp>
        <p:nvSpPr>
          <p:cNvPr id="56" name="Shape 44"/>
          <p:cNvSpPr/>
          <p:nvPr/>
        </p:nvSpPr>
        <p:spPr>
          <a:xfrm>
            <a:off x="6400800" y="1051560"/>
            <a:ext cx="2560320" cy="5486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7" name="Shape 45"/>
          <p:cNvSpPr/>
          <p:nvPr/>
        </p:nvSpPr>
        <p:spPr>
          <a:xfrm>
            <a:off x="6400800" y="1051560"/>
            <a:ext cx="45720" cy="548640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5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10528" y="1179576"/>
            <a:ext cx="274320" cy="274320"/>
          </a:xfrm>
          <a:prstGeom prst="rect">
            <a:avLst/>
          </a:prstGeom>
        </p:spPr>
      </p:pic>
      <p:sp>
        <p:nvSpPr>
          <p:cNvPr id="59" name="Text 46"/>
          <p:cNvSpPr/>
          <p:nvPr/>
        </p:nvSpPr>
        <p:spPr>
          <a:xfrm>
            <a:off x="6858000" y="10515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</a:t>
            </a:r>
            <a:endParaRPr lang="en-US" sz="1200" dirty="0"/>
          </a:p>
        </p:txBody>
      </p:sp>
      <p:sp>
        <p:nvSpPr>
          <p:cNvPr id="60" name="Text 47"/>
          <p:cNvSpPr/>
          <p:nvPr/>
        </p:nvSpPr>
        <p:spPr>
          <a:xfrm>
            <a:off x="7635240" y="10515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Redemoinho hipnotico de cores</a:t>
            </a:r>
            <a:endParaRPr lang="en-US" sz="1000" dirty="0"/>
          </a:p>
        </p:txBody>
      </p:sp>
      <p:sp>
        <p:nvSpPr>
          <p:cNvPr id="61" name="Shape 48"/>
          <p:cNvSpPr/>
          <p:nvPr/>
        </p:nvSpPr>
        <p:spPr>
          <a:xfrm>
            <a:off x="6400800" y="1691640"/>
            <a:ext cx="2560320" cy="5486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2" name="Shape 49"/>
          <p:cNvSpPr/>
          <p:nvPr/>
        </p:nvSpPr>
        <p:spPr>
          <a:xfrm>
            <a:off x="6400800" y="1691640"/>
            <a:ext cx="45720" cy="548640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6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10528" y="1819656"/>
            <a:ext cx="274320" cy="274320"/>
          </a:xfrm>
          <a:prstGeom prst="rect">
            <a:avLst/>
          </a:prstGeom>
        </p:spPr>
      </p:pic>
      <p:sp>
        <p:nvSpPr>
          <p:cNvPr id="64" name="Text 50"/>
          <p:cNvSpPr/>
          <p:nvPr/>
        </p:nvSpPr>
        <p:spPr>
          <a:xfrm>
            <a:off x="6858000" y="1691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</a:t>
            </a:r>
            <a:endParaRPr lang="en-US" sz="1200" dirty="0"/>
          </a:p>
        </p:txBody>
      </p:sp>
      <p:sp>
        <p:nvSpPr>
          <p:cNvPr id="65" name="Text 51"/>
          <p:cNvSpPr/>
          <p:nvPr/>
        </p:nvSpPr>
        <p:spPr>
          <a:xfrm>
            <a:off x="7635240" y="16916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Helice de DNA girando</a:t>
            </a:r>
            <a:endParaRPr lang="en-US" sz="1000" dirty="0"/>
          </a:p>
        </p:txBody>
      </p:sp>
      <p:sp>
        <p:nvSpPr>
          <p:cNvPr id="66" name="Shape 52"/>
          <p:cNvSpPr/>
          <p:nvPr/>
        </p:nvSpPr>
        <p:spPr>
          <a:xfrm>
            <a:off x="6400800" y="2331720"/>
            <a:ext cx="2560320" cy="5486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7" name="Shape 53"/>
          <p:cNvSpPr/>
          <p:nvPr/>
        </p:nvSpPr>
        <p:spPr>
          <a:xfrm>
            <a:off x="6400800" y="2331720"/>
            <a:ext cx="45720" cy="548640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6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10528" y="2459736"/>
            <a:ext cx="274320" cy="274320"/>
          </a:xfrm>
          <a:prstGeom prst="rect">
            <a:avLst/>
          </a:prstGeom>
        </p:spPr>
      </p:pic>
      <p:sp>
        <p:nvSpPr>
          <p:cNvPr id="69" name="Text 54"/>
          <p:cNvSpPr/>
          <p:nvPr/>
        </p:nvSpPr>
        <p:spPr>
          <a:xfrm>
            <a:off x="6858000" y="23317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Equalizer</a:t>
            </a:r>
            <a:endParaRPr lang="en-US" sz="1200" dirty="0"/>
          </a:p>
        </p:txBody>
      </p:sp>
      <p:sp>
        <p:nvSpPr>
          <p:cNvPr id="70" name="Text 55"/>
          <p:cNvSpPr/>
          <p:nvPr/>
        </p:nvSpPr>
        <p:spPr>
          <a:xfrm>
            <a:off x="7635240" y="23317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Barras de audio animadas</a:t>
            </a:r>
            <a:endParaRPr lang="en-US" sz="1000" dirty="0"/>
          </a:p>
        </p:txBody>
      </p:sp>
      <p:sp>
        <p:nvSpPr>
          <p:cNvPr id="71" name="Shape 56"/>
          <p:cNvSpPr/>
          <p:nvPr/>
        </p:nvSpPr>
        <p:spPr>
          <a:xfrm>
            <a:off x="731520" y="4389120"/>
            <a:ext cx="7680960" cy="411480"/>
          </a:xfrm>
          <a:prstGeom prst="rect">
            <a:avLst/>
          </a:prstGeom>
          <a:solidFill>
            <a:srgbClr val="1A1A2E"/>
          </a:solidFill>
          <a:ln/>
        </p:spPr>
      </p:sp>
      <p:pic>
        <p:nvPicPr>
          <p:cNvPr id="7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4400" y="4453128"/>
            <a:ext cx="274320" cy="274320"/>
          </a:xfrm>
          <a:prstGeom prst="rect">
            <a:avLst/>
          </a:prstGeom>
        </p:spPr>
      </p:pic>
      <p:sp>
        <p:nvSpPr>
          <p:cNvPr id="73" name="Text 57"/>
          <p:cNvSpPr/>
          <p:nvPr/>
        </p:nvSpPr>
        <p:spPr>
          <a:xfrm>
            <a:off x="1371600" y="438912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Animacoes Plus requerem assinatura ativa. Sem ela, aparecem com cadeado.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Controles em Tempo Real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8229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234440"/>
            <a:ext cx="548640" cy="548640"/>
          </a:xfrm>
          <a:prstGeom prst="ellipse">
            <a:avLst/>
          </a:prstGeom>
          <a:solidFill>
            <a:srgbClr val="E9456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3258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0972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383280" y="10972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 a velocidade da animacao. Arraste o slider para acelerar ou desacelerar o efeito conforme o ritmo da musica.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1520" y="2057400"/>
            <a:ext cx="7680960" cy="8229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7B2FF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2860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20574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 Primaria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383280" y="20574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Selecione a cor dominante da animacao. Clique no color picker e escolha a cor que combina com o momento.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31520" y="3017520"/>
            <a:ext cx="7680960" cy="8229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315468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2461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30175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Brilho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3383280" y="30175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a intensidade luminosa nas telas. Boa para transicoes -- baixe para momentos calmos, suba para drops.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31520" y="3977640"/>
            <a:ext cx="7680960" cy="8229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4114800"/>
            <a:ext cx="548640" cy="548640"/>
          </a:xfrm>
          <a:prstGeom prst="ellipse">
            <a:avLst/>
          </a:prstGeom>
          <a:solidFill>
            <a:srgbClr val="16C79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20624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39776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Intensidade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3383280" y="39776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forca do efeito. Aumentar cria mais particulas, mais brilho, mais impacto visual.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Mapa de Posicoes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mapa mostra onde cada dispositivo esta no espaco do evento.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celulares reportam sua posicao via calibracao de som ou GPS, e o DJ ve tudo no canvas do painel.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Voce pode: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dispositivos como pontos no mapa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zonas (frente, meio, fundo)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Resetar calibracao a qualquer momento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03520" y="1097280"/>
            <a:ext cx="3291840" cy="34747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03520" y="1188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6C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AO VIVO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0" y="2011680"/>
            <a:ext cx="164592" cy="164592"/>
          </a:xfrm>
          <a:prstGeom prst="ellipse">
            <a:avLst/>
          </a:prstGeom>
          <a:solidFill>
            <a:srgbClr val="16C79A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0" y="2286000"/>
            <a:ext cx="164592" cy="164592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0" y="1920240"/>
            <a:ext cx="164592" cy="164592"/>
          </a:xfrm>
          <a:prstGeom prst="ellipse">
            <a:avLst/>
          </a:prstGeom>
          <a:solidFill>
            <a:srgbClr val="7B2FF7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0" y="2743200"/>
            <a:ext cx="164592" cy="16459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0" y="3200400"/>
            <a:ext cx="164592" cy="164592"/>
          </a:xfrm>
          <a:prstGeom prst="ellipse">
            <a:avLst/>
          </a:prstGeom>
          <a:solidFill>
            <a:srgbClr val="16C79A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0" y="3017520"/>
            <a:ext cx="164592" cy="164592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0" y="3657600"/>
            <a:ext cx="164592" cy="164592"/>
          </a:xfrm>
          <a:prstGeom prst="ellipse">
            <a:avLst/>
          </a:prstGeom>
          <a:solidFill>
            <a:srgbClr val="7B2FF7"/>
          </a:solidFill>
          <a:ln/>
        </p:spPr>
      </p:sp>
      <p:sp>
        <p:nvSpPr>
          <p:cNvPr id="14" name="Shape 12"/>
          <p:cNvSpPr/>
          <p:nvPr/>
        </p:nvSpPr>
        <p:spPr>
          <a:xfrm>
            <a:off x="5760720" y="3474720"/>
            <a:ext cx="164592" cy="16459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0" y="3840480"/>
            <a:ext cx="164592" cy="164592"/>
          </a:xfrm>
          <a:prstGeom prst="ellipse">
            <a:avLst/>
          </a:prstGeom>
          <a:solidFill>
            <a:srgbClr val="16C79A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0" y="2560320"/>
            <a:ext cx="164592" cy="164592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7" name="Shape 15"/>
          <p:cNvSpPr/>
          <p:nvPr/>
        </p:nvSpPr>
        <p:spPr>
          <a:xfrm>
            <a:off x="5577840" y="2560320"/>
            <a:ext cx="164592" cy="164592"/>
          </a:xfrm>
          <a:prstGeom prst="ellipse">
            <a:avLst/>
          </a:prstGeom>
          <a:solidFill>
            <a:srgbClr val="7B2FF7"/>
          </a:solidFill>
          <a:ln/>
        </p:spPr>
      </p:sp>
      <p:sp>
        <p:nvSpPr>
          <p:cNvPr id="18" name="Shape 16"/>
          <p:cNvSpPr/>
          <p:nvPr/>
        </p:nvSpPr>
        <p:spPr>
          <a:xfrm>
            <a:off x="6949440" y="1828800"/>
            <a:ext cx="164592" cy="16459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15544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Iniciando e Parando o Show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2560320" cy="32004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2560320" cy="45720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6" name="Shape 4"/>
          <p:cNvSpPr/>
          <p:nvPr/>
        </p:nvSpPr>
        <p:spPr>
          <a:xfrm>
            <a:off x="1554480" y="1554480"/>
            <a:ext cx="914400" cy="914400"/>
          </a:xfrm>
          <a:prstGeom prst="ellipse">
            <a:avLst/>
          </a:prstGeom>
          <a:solidFill>
            <a:srgbClr val="16C79A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8780" y="1668780"/>
            <a:ext cx="685800" cy="685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743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INICIAR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32004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"Go Live" para comecar a transmitir animacoes para todos os dispositivos conectados.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566160" y="1188720"/>
            <a:ext cx="2560320" cy="32004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66160" y="1188720"/>
            <a:ext cx="2560320" cy="457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2" name="Shape 9"/>
          <p:cNvSpPr/>
          <p:nvPr/>
        </p:nvSpPr>
        <p:spPr>
          <a:xfrm>
            <a:off x="4389120" y="1554480"/>
            <a:ext cx="914400" cy="914400"/>
          </a:xfrm>
          <a:prstGeom prst="ellipse">
            <a:avLst/>
          </a:prstGeom>
          <a:solidFill>
            <a:srgbClr val="E94560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420" y="1668780"/>
            <a:ext cx="685800" cy="6858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66160" y="2743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AO VIVO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3749040" y="32004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Troque animacoes, ajuste controles. Todas as mudancas sao enviadas em tempo real via WebSocket.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00800" y="1188720"/>
            <a:ext cx="2560320" cy="32004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0" y="1188720"/>
            <a:ext cx="2560320" cy="45720"/>
          </a:xfrm>
          <a:prstGeom prst="rect">
            <a:avLst/>
          </a:prstGeom>
          <a:solidFill>
            <a:srgbClr val="7B2FF7"/>
          </a:solidFill>
          <a:ln/>
        </p:spPr>
      </p:sp>
      <p:sp>
        <p:nvSpPr>
          <p:cNvPr id="18" name="Shape 14"/>
          <p:cNvSpPr/>
          <p:nvPr/>
        </p:nvSpPr>
        <p:spPr>
          <a:xfrm>
            <a:off x="7223760" y="1554480"/>
            <a:ext cx="914400" cy="914400"/>
          </a:xfrm>
          <a:prstGeom prst="ellipse">
            <a:avLst/>
          </a:prstGeom>
          <a:solidFill>
            <a:srgbClr val="7B2FF7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060" y="1668780"/>
            <a:ext cx="685800" cy="6858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00800" y="2743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ENCERRAR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6583680" y="32004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"Stop" para parar o broadcast. Seu contador de shows aumenta automaticamente.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Seu Perfil de DJ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4114800" cy="32918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97280"/>
            <a:ext cx="4114800" cy="457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0" y="1371600"/>
            <a:ext cx="1097280" cy="109728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13716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DJ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Nickname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08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C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shows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463040" y="3566160"/>
            <a:ext cx="1097280" cy="320040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11" name="Text 9"/>
          <p:cNvSpPr/>
          <p:nvPr/>
        </p:nvSpPr>
        <p:spPr>
          <a:xfrm>
            <a:off x="1463040" y="3566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0" y="3566160"/>
            <a:ext cx="1097280" cy="3200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0" y="3566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</a:t>
            </a:r>
            <a:endParaRPr lang="en-US" sz="11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280160"/>
            <a:ext cx="320040" cy="3200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76072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Verificado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760720" y="1508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C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que aparece no seu perfil quando voce e um DJ verificado pela plataforma.</a:t>
            </a:r>
            <a:endParaRPr lang="en-US" sz="11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103120"/>
            <a:ext cx="320040" cy="3200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760720" y="2011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760720" y="2331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C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premium que desbloqueia 13 animacoes exclusivas e recursos avancados.</a:t>
            </a:r>
            <a:endParaRPr lang="en-US" sz="11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292608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760720" y="2834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 de Shows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760720" y="31546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C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quantos eventos voce ja fez. Aumenta automaticamente ao encerrar cada sessao.</a:t>
            </a:r>
            <a:endParaRPr lang="en-US" sz="11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374904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760720" y="3657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do Perfil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760720" y="3977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C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no seu avatar para acessar configuracoes e logout.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Dicas e Boas Praticas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840480" cy="10972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344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188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antes do evento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417320" y="1554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uma sessao de teste e conecte seus proprios celulares para ver como fica.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846320" y="1097280"/>
            <a:ext cx="3840480" cy="10972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23444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32120" y="1188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animacao + momento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532120" y="1554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Strobe e Flash nos drops, Breathe e Fade nos momentos calmos.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31520" y="2377440"/>
            <a:ext cx="3840480" cy="10972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51460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2468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 as cores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417320" y="28346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Mude a cor primaria conforme a musica -- nao fique na mesma cor o show inteiro.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846320" y="2377440"/>
            <a:ext cx="3840480" cy="10972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51460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32120" y="2468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Fique de olho no contador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532120" y="28346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numero de dispositivos conectados mostra o engajamento do publico em tempo real.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731520" y="3657600"/>
            <a:ext cx="3840480" cy="10972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79476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17320" y="3749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 mapa de posicoes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1417320" y="41148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Ajuda a saber se o publico esta distribuido -- mande efeitos de onda para maximizar o impacto.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4846320" y="3657600"/>
            <a:ext cx="3840480" cy="10972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794760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532120" y="3749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Considere o Plus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5532120" y="41148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animacoes premium podem fazer a diferenca entre um show bom e um show inesquecivel.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4064"/>
            <a:ext cx="9144000" cy="5943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E94560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457200"/>
            <a:ext cx="2286000" cy="2286000"/>
          </a:xfrm>
          <a:prstGeom prst="ellipse">
            <a:avLst/>
          </a:prstGeom>
          <a:solidFill>
            <a:srgbClr val="7B2FF7">
              <a:alpha val="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886200" y="731520"/>
            <a:ext cx="1371600" cy="1371600"/>
          </a:xfrm>
          <a:prstGeom prst="ellipse">
            <a:avLst/>
          </a:prstGeom>
          <a:solidFill>
            <a:srgbClr val="E94560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7650" y="902970"/>
            <a:ext cx="1028700" cy="10287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23774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Pronto para comandar?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Acesse touch-irl.com/dj e crie sua primeira sessao!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2743200" y="3931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touch-irl.com/dj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Touch? DJ Panel - Treinamento</dc:title>
  <dc:subject>PptxGenJS Presentation</dc:subject>
  <dc:creator>Touch?</dc:creator>
  <cp:lastModifiedBy>Touch?</cp:lastModifiedBy>
  <cp:revision>1</cp:revision>
  <dcterms:created xsi:type="dcterms:W3CDTF">2026-03-13T22:13:34Z</dcterms:created>
  <dcterms:modified xsi:type="dcterms:W3CDTF">2026-03-13T22:13:34Z</dcterms:modified>
</cp:coreProperties>
</file>